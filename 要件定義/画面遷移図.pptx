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3F5C74F-688E-6FB9-9EDF-F0B246CFC9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1B3F7813-BA70-8F03-8572-8856FD588C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36EADD1-EC68-67B5-8CA8-8BDABF1588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1B074D-69D7-4502-B325-4EE1225CBA7B}" type="datetimeFigureOut">
              <a:rPr kumimoji="1" lang="ja-JP" altLang="en-US" smtClean="0"/>
              <a:t>2026/6/15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52417AB-5351-E22E-318F-14D5DEA58A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F40D21B-8829-E4C7-9CD6-FE02D7107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AB57F-5AA9-4456-9560-B6EAE7C4605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747659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A9333E0-2EC8-01D8-F497-9925125A4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BEA62E2-F952-A26C-40B3-DC2241E357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D1B5C3B-58EB-7B43-BA03-ACF2D202F4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1B074D-69D7-4502-B325-4EE1225CBA7B}" type="datetimeFigureOut">
              <a:rPr kumimoji="1" lang="ja-JP" altLang="en-US" smtClean="0"/>
              <a:t>2026/6/15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2533558-DCE1-E66F-0840-84F7487BB0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F6EDF39-8887-1DED-8429-C44D8D199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AB57F-5AA9-4456-9560-B6EAE7C4605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633699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E30595C-DEC7-5D3E-D3BC-C8C821DBDE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9768B35-E363-A41F-1424-F6E0B99C8C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611DB3F-33C3-7839-9347-5151F03AB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1B074D-69D7-4502-B325-4EE1225CBA7B}" type="datetimeFigureOut">
              <a:rPr kumimoji="1" lang="ja-JP" altLang="en-US" smtClean="0"/>
              <a:t>2026/6/15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A3533E4-56BE-05A8-5CC9-C76C49F6C1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F79AAE7-9C9A-B136-1B55-0CDBEFF08C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AB57F-5AA9-4456-9560-B6EAE7C4605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87808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73F0D29-908E-568B-D2FD-42EF429A92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A10BC91-8D85-0B5E-FCB3-168136E8B4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D790CFA-F3CC-9F4C-6B7E-877F443C21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6DAF6CE-7695-23E1-5763-ACE115B3B0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1B074D-69D7-4502-B325-4EE1225CBA7B}" type="datetimeFigureOut">
              <a:rPr kumimoji="1" lang="ja-JP" altLang="en-US" smtClean="0"/>
              <a:t>2026/6/15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666D7D5-F98D-9F7F-3303-CA9D0F241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04408D7-D587-0BC3-B0A7-D77BBBADA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AB57F-5AA9-4456-9560-B6EAE7C4605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942773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855849E-1B8D-5306-8667-FFBA70A38B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C165672-1E92-C558-31E0-7C8712DE68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556E0F23-A20A-92C2-BA32-A4D6E042FC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244E6DD8-5F6A-2BC0-F8FD-4657F4690E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E0879F8-219D-777B-F536-8BE9173398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7F21D779-8340-E2DE-91A1-A95E322F4D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1B074D-69D7-4502-B325-4EE1225CBA7B}" type="datetimeFigureOut">
              <a:rPr kumimoji="1" lang="ja-JP" altLang="en-US" smtClean="0"/>
              <a:t>2026/6/15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17A5BBF1-ACAD-2586-F83E-D8D742258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9D9A6444-50E0-9B6E-ACE1-10F0C0FB8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AB57F-5AA9-4456-9560-B6EAE7C4605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965539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6000185-0852-F605-ED3C-3F8BA4033C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98270313-16D7-CF18-15E2-B7A1CFE3F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1B074D-69D7-4502-B325-4EE1225CBA7B}" type="datetimeFigureOut">
              <a:rPr kumimoji="1" lang="ja-JP" altLang="en-US" smtClean="0"/>
              <a:t>2026/6/15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48E886A-8A52-D5E8-A203-FF044382E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6CC1E33A-A77E-53AE-3A48-40F0AEBC2A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AB57F-5AA9-4456-9560-B6EAE7C4605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303456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CE0E0DA8-6E97-165E-57F5-2220D371A0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1B074D-69D7-4502-B325-4EE1225CBA7B}" type="datetimeFigureOut">
              <a:rPr kumimoji="1" lang="ja-JP" altLang="en-US" smtClean="0"/>
              <a:t>2026/6/15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C1221B2-EB86-3DEB-CC3D-E64760852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A4F7F61-B2D5-F44F-34CB-5581D9E06F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AB57F-5AA9-4456-9560-B6EAE7C4605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042422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F2D06A2-9501-963F-9677-5716E99B7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C1B20B-8084-61DC-EBB5-6EDE8C927B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6D37849-C85A-1E16-3519-C18546CD11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86D88C7-F2FA-3C3C-E30F-A8463DCCA5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1B074D-69D7-4502-B325-4EE1225CBA7B}" type="datetimeFigureOut">
              <a:rPr kumimoji="1" lang="ja-JP" altLang="en-US" smtClean="0"/>
              <a:t>2026/6/15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D4F06E2-AD1F-E6C9-0FFB-65AC7114B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E948AAA-CE3D-CF9E-7EC1-39A69B2B0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AB57F-5AA9-4456-9560-B6EAE7C4605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292930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9B9B6E6-7C8D-36AA-EA84-9F8AC769B1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AA6963EB-FEA6-7E32-277F-85D8C64D3E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55B6CC8-AAB3-D623-AD25-1E4DED8C0D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E90406E-3DB6-8C25-206D-CC7C7DE4F5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1B074D-69D7-4502-B325-4EE1225CBA7B}" type="datetimeFigureOut">
              <a:rPr kumimoji="1" lang="ja-JP" altLang="en-US" smtClean="0"/>
              <a:t>2026/6/15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3399B9D-6DD8-37BB-2C51-D76C2159C1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8F612AD-5F16-8B2B-5795-74BCD08A8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AB57F-5AA9-4456-9560-B6EAE7C4605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241335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152A025-985E-20D4-CB8E-C5790DCDDB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E25E8EC8-43CE-EAB8-7F1E-914E6C1C79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C9DFABF-E5A0-88C8-5611-8CF5111624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1B074D-69D7-4502-B325-4EE1225CBA7B}" type="datetimeFigureOut">
              <a:rPr kumimoji="1" lang="ja-JP" altLang="en-US" smtClean="0"/>
              <a:t>2026/6/15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C4B0636-DD6C-CC1D-70C8-D0D5CB712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1022A77-1DA5-AF30-5BDF-E89B136E3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AB57F-5AA9-4456-9560-B6EAE7C4605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769327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40062079-A9FA-1191-63FF-9A66BDA5958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9544B9FA-FCB9-B244-D522-D07ECD79A9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7CF4628-BAE5-8294-6171-829BC13CCD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1B074D-69D7-4502-B325-4EE1225CBA7B}" type="datetimeFigureOut">
              <a:rPr kumimoji="1" lang="ja-JP" altLang="en-US" smtClean="0"/>
              <a:t>2026/6/15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653CAB0-756B-E8E2-D265-9E9347690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8A4E048-1565-5D01-D08F-5FE6696E52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AB57F-5AA9-4456-9560-B6EAE7C4605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555971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29E59439-C5D2-6EE1-B65C-ADD79A9787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3DFB66C-443F-D5E3-1C34-D1A755D065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897D542-BDCA-EA42-401A-89F48091F9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1B074D-69D7-4502-B325-4EE1225CBA7B}" type="datetimeFigureOut">
              <a:rPr kumimoji="1" lang="ja-JP" altLang="en-US" smtClean="0"/>
              <a:t>2026/6/15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E84007B-0446-ADC3-E858-CD93F5DECF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699E512-ECCE-05BF-0BA0-930DE7974E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CAB57F-5AA9-4456-9560-B6EAE7C4605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45336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E456598F-47B5-ACF7-0E82-18410B102BE0}"/>
              </a:ext>
            </a:extLst>
          </p:cNvPr>
          <p:cNvSpPr/>
          <p:nvPr/>
        </p:nvSpPr>
        <p:spPr>
          <a:xfrm>
            <a:off x="571500" y="584200"/>
            <a:ext cx="1397000" cy="8699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500" dirty="0">
                <a:solidFill>
                  <a:schemeClr val="tx1"/>
                </a:solidFill>
              </a:rPr>
              <a:t>ログイン画面</a:t>
            </a:r>
            <a:endParaRPr kumimoji="1" lang="en-US" altLang="ja-JP" sz="1500" dirty="0">
              <a:solidFill>
                <a:schemeClr val="tx1"/>
              </a:solidFill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C8F8090F-AEAB-A09B-8523-B0868F666BAC}"/>
              </a:ext>
            </a:extLst>
          </p:cNvPr>
          <p:cNvSpPr/>
          <p:nvPr/>
        </p:nvSpPr>
        <p:spPr>
          <a:xfrm>
            <a:off x="2423094" y="584200"/>
            <a:ext cx="1397000" cy="8699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500" dirty="0">
                <a:solidFill>
                  <a:schemeClr val="tx1"/>
                </a:solidFill>
              </a:rPr>
              <a:t>トップ画面</a:t>
            </a:r>
            <a:endParaRPr kumimoji="1" lang="ja-JP" altLang="en-US" sz="1500" dirty="0">
              <a:solidFill>
                <a:schemeClr val="tx1"/>
              </a:solidFill>
            </a:endParaRPr>
          </a:p>
        </p:txBody>
      </p:sp>
      <p:cxnSp>
        <p:nvCxnSpPr>
          <p:cNvPr id="7" name="コネクタ: 曲線 6">
            <a:extLst>
              <a:ext uri="{FF2B5EF4-FFF2-40B4-BE49-F238E27FC236}">
                <a16:creationId xmlns:a16="http://schemas.microsoft.com/office/drawing/2014/main" id="{CFDB2D21-6DA2-BBFD-0E88-544CA0F5EF68}"/>
              </a:ext>
            </a:extLst>
          </p:cNvPr>
          <p:cNvCxnSpPr>
            <a:stCxn id="4" idx="2"/>
            <a:endCxn id="4" idx="1"/>
          </p:cNvCxnSpPr>
          <p:nvPr/>
        </p:nvCxnSpPr>
        <p:spPr>
          <a:xfrm rot="5400000" flipH="1">
            <a:off x="703262" y="887413"/>
            <a:ext cx="434975" cy="698500"/>
          </a:xfrm>
          <a:prstGeom prst="curvedConnector4">
            <a:avLst>
              <a:gd name="adj1" fmla="val -102190"/>
              <a:gd name="adj2" fmla="val 154545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18245CE5-273B-26C9-BCEF-6EEAB3EE2C52}"/>
              </a:ext>
            </a:extLst>
          </p:cNvPr>
          <p:cNvSpPr txBox="1"/>
          <p:nvPr/>
        </p:nvSpPr>
        <p:spPr>
          <a:xfrm>
            <a:off x="162004" y="1943100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1200" dirty="0"/>
              <a:t>ログイン失敗</a:t>
            </a:r>
            <a:br>
              <a:rPr kumimoji="1" lang="en-US" altLang="ja-JP" sz="1200" dirty="0"/>
            </a:br>
            <a:r>
              <a:rPr kumimoji="1" lang="ja-JP" altLang="en-US" sz="1200" dirty="0"/>
              <a:t>（ボタン</a:t>
            </a:r>
            <a:r>
              <a:rPr kumimoji="1" lang="en-US" altLang="ja-JP" sz="1200" dirty="0"/>
              <a:t>)</a:t>
            </a:r>
            <a:endParaRPr kumimoji="1" lang="ja-JP" altLang="en-US" sz="1200" dirty="0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95997FB1-793D-C87E-1B10-66570794097C}"/>
              </a:ext>
            </a:extLst>
          </p:cNvPr>
          <p:cNvSpPr/>
          <p:nvPr/>
        </p:nvSpPr>
        <p:spPr>
          <a:xfrm>
            <a:off x="3383148" y="2694360"/>
            <a:ext cx="1397000" cy="8699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500" dirty="0">
                <a:solidFill>
                  <a:schemeClr val="tx1"/>
                </a:solidFill>
              </a:rPr>
              <a:t>登録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4EAC4D83-48D7-6BBD-E114-25EB3EA3C918}"/>
              </a:ext>
            </a:extLst>
          </p:cNvPr>
          <p:cNvSpPr/>
          <p:nvPr/>
        </p:nvSpPr>
        <p:spPr>
          <a:xfrm>
            <a:off x="3383148" y="3773160"/>
            <a:ext cx="1397000" cy="8699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500" dirty="0">
                <a:solidFill>
                  <a:schemeClr val="tx1"/>
                </a:solidFill>
              </a:rPr>
              <a:t>変更</a:t>
            </a:r>
            <a:endParaRPr kumimoji="1" lang="ja-JP" altLang="en-US" sz="1500" dirty="0">
              <a:solidFill>
                <a:schemeClr val="tx1"/>
              </a:solidFill>
            </a:endParaRP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C60E1658-6C4F-AFE6-831C-F3288122D9D3}"/>
              </a:ext>
            </a:extLst>
          </p:cNvPr>
          <p:cNvSpPr/>
          <p:nvPr/>
        </p:nvSpPr>
        <p:spPr>
          <a:xfrm>
            <a:off x="3383148" y="4864562"/>
            <a:ext cx="1397000" cy="8699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500" dirty="0">
                <a:solidFill>
                  <a:schemeClr val="tx1"/>
                </a:solidFill>
              </a:rPr>
              <a:t>退会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E75B472C-7EF9-071B-6706-E4D36F0127A7}"/>
              </a:ext>
            </a:extLst>
          </p:cNvPr>
          <p:cNvSpPr/>
          <p:nvPr/>
        </p:nvSpPr>
        <p:spPr>
          <a:xfrm>
            <a:off x="7077776" y="584200"/>
            <a:ext cx="1397000" cy="8699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500" dirty="0">
                <a:solidFill>
                  <a:schemeClr val="tx1"/>
                </a:solidFill>
              </a:rPr>
              <a:t>検索</a:t>
            </a:r>
            <a:endParaRPr kumimoji="1" lang="ja-JP" altLang="en-US" sz="1500" dirty="0">
              <a:solidFill>
                <a:schemeClr val="tx1"/>
              </a:solidFill>
            </a:endParaRP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3DE55DAF-3E62-FE98-0B4E-9B279AAC9FFE}"/>
              </a:ext>
            </a:extLst>
          </p:cNvPr>
          <p:cNvSpPr/>
          <p:nvPr/>
        </p:nvSpPr>
        <p:spPr>
          <a:xfrm>
            <a:off x="7077776" y="1617062"/>
            <a:ext cx="1397000" cy="8699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500" dirty="0">
                <a:solidFill>
                  <a:schemeClr val="tx1"/>
                </a:solidFill>
              </a:rPr>
              <a:t>貸出・返却</a:t>
            </a:r>
            <a:endParaRPr kumimoji="1" lang="ja-JP" altLang="en-US" sz="1500" dirty="0">
              <a:solidFill>
                <a:schemeClr val="tx1"/>
              </a:solidFill>
            </a:endParaRP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0E568C1D-D75C-B235-240A-D08E94F2D268}"/>
              </a:ext>
            </a:extLst>
          </p:cNvPr>
          <p:cNvSpPr/>
          <p:nvPr/>
        </p:nvSpPr>
        <p:spPr>
          <a:xfrm>
            <a:off x="7077776" y="2649924"/>
            <a:ext cx="1397000" cy="8699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500" dirty="0">
                <a:solidFill>
                  <a:schemeClr val="tx1"/>
                </a:solidFill>
              </a:rPr>
              <a:t>延滞状況</a:t>
            </a:r>
            <a:endParaRPr kumimoji="1" lang="ja-JP" altLang="en-US" sz="1500" dirty="0">
              <a:solidFill>
                <a:schemeClr val="tx1"/>
              </a:solidFill>
            </a:endParaRP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CA32453D-29DA-3807-9A4C-B65245A41FCE}"/>
              </a:ext>
            </a:extLst>
          </p:cNvPr>
          <p:cNvSpPr/>
          <p:nvPr/>
        </p:nvSpPr>
        <p:spPr>
          <a:xfrm>
            <a:off x="7077776" y="3733875"/>
            <a:ext cx="1397000" cy="8699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500" dirty="0">
                <a:solidFill>
                  <a:schemeClr val="tx1"/>
                </a:solidFill>
              </a:rPr>
              <a:t>登録</a:t>
            </a: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9420E0B7-25F9-3677-2AEE-86CE26566365}"/>
              </a:ext>
            </a:extLst>
          </p:cNvPr>
          <p:cNvSpPr/>
          <p:nvPr/>
        </p:nvSpPr>
        <p:spPr>
          <a:xfrm>
            <a:off x="7077776" y="4766737"/>
            <a:ext cx="1397000" cy="8699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500" dirty="0">
                <a:solidFill>
                  <a:schemeClr val="tx1"/>
                </a:solidFill>
              </a:rPr>
              <a:t>紛失・廃棄</a:t>
            </a: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1561105F-0846-E5DD-609D-34FFFED7FFDA}"/>
              </a:ext>
            </a:extLst>
          </p:cNvPr>
          <p:cNvSpPr/>
          <p:nvPr/>
        </p:nvSpPr>
        <p:spPr>
          <a:xfrm>
            <a:off x="3093253" y="1617062"/>
            <a:ext cx="2020971" cy="4889616"/>
          </a:xfrm>
          <a:prstGeom prst="rect">
            <a:avLst/>
          </a:prstGeom>
          <a:noFill/>
          <a:ln w="254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399BC44B-69D3-BCBF-3DFD-44961E275854}"/>
              </a:ext>
            </a:extLst>
          </p:cNvPr>
          <p:cNvSpPr txBox="1"/>
          <p:nvPr/>
        </p:nvSpPr>
        <p:spPr>
          <a:xfrm>
            <a:off x="3528263" y="5955964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ユーザー</a:t>
            </a:r>
            <a:endParaRPr kumimoji="1" lang="ja-JP" altLang="en-US" dirty="0"/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579902EC-C866-BA7F-2C53-E7CCC03661DB}"/>
              </a:ext>
            </a:extLst>
          </p:cNvPr>
          <p:cNvSpPr txBox="1"/>
          <p:nvPr/>
        </p:nvSpPr>
        <p:spPr>
          <a:xfrm>
            <a:off x="7453109" y="5955964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資料</a:t>
            </a:r>
            <a:endParaRPr kumimoji="1" lang="ja-JP" altLang="en-US" dirty="0"/>
          </a:p>
        </p:txBody>
      </p:sp>
      <p:cxnSp>
        <p:nvCxnSpPr>
          <p:cNvPr id="27" name="直線コネクタ 26">
            <a:extLst>
              <a:ext uri="{FF2B5EF4-FFF2-40B4-BE49-F238E27FC236}">
                <a16:creationId xmlns:a16="http://schemas.microsoft.com/office/drawing/2014/main" id="{981C6595-6022-367E-152B-DE8C568C3EDF}"/>
              </a:ext>
            </a:extLst>
          </p:cNvPr>
          <p:cNvCxnSpPr/>
          <p:nvPr/>
        </p:nvCxnSpPr>
        <p:spPr>
          <a:xfrm>
            <a:off x="2675823" y="1454150"/>
            <a:ext cx="0" cy="3897496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直線矢印コネクタ 32">
            <a:extLst>
              <a:ext uri="{FF2B5EF4-FFF2-40B4-BE49-F238E27FC236}">
                <a16:creationId xmlns:a16="http://schemas.microsoft.com/office/drawing/2014/main" id="{17936130-B8EA-A15C-0009-E3E97A02A39E}"/>
              </a:ext>
            </a:extLst>
          </p:cNvPr>
          <p:cNvCxnSpPr/>
          <p:nvPr/>
        </p:nvCxnSpPr>
        <p:spPr>
          <a:xfrm>
            <a:off x="2675823" y="3118585"/>
            <a:ext cx="707325" cy="0"/>
          </a:xfrm>
          <a:prstGeom prst="straightConnector1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直線矢印コネクタ 33">
            <a:extLst>
              <a:ext uri="{FF2B5EF4-FFF2-40B4-BE49-F238E27FC236}">
                <a16:creationId xmlns:a16="http://schemas.microsoft.com/office/drawing/2014/main" id="{DB47ABBB-893A-5145-F8EE-1761AD54EFAF}"/>
              </a:ext>
            </a:extLst>
          </p:cNvPr>
          <p:cNvCxnSpPr/>
          <p:nvPr/>
        </p:nvCxnSpPr>
        <p:spPr>
          <a:xfrm>
            <a:off x="2675823" y="4254366"/>
            <a:ext cx="707325" cy="0"/>
          </a:xfrm>
          <a:prstGeom prst="straightConnector1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直線矢印コネクタ 34">
            <a:extLst>
              <a:ext uri="{FF2B5EF4-FFF2-40B4-BE49-F238E27FC236}">
                <a16:creationId xmlns:a16="http://schemas.microsoft.com/office/drawing/2014/main" id="{F0C6D041-98D4-CA8C-C6B3-91703513ACF9}"/>
              </a:ext>
            </a:extLst>
          </p:cNvPr>
          <p:cNvCxnSpPr/>
          <p:nvPr/>
        </p:nvCxnSpPr>
        <p:spPr>
          <a:xfrm>
            <a:off x="2675823" y="5351646"/>
            <a:ext cx="707325" cy="0"/>
          </a:xfrm>
          <a:prstGeom prst="straightConnector1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直線コネクタ 36">
            <a:extLst>
              <a:ext uri="{FF2B5EF4-FFF2-40B4-BE49-F238E27FC236}">
                <a16:creationId xmlns:a16="http://schemas.microsoft.com/office/drawing/2014/main" id="{D0DB2CD0-9A19-9BD8-C24F-E7068E71491C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3820094" y="1019175"/>
            <a:ext cx="2275906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直線コネクタ 38">
            <a:extLst>
              <a:ext uri="{FF2B5EF4-FFF2-40B4-BE49-F238E27FC236}">
                <a16:creationId xmlns:a16="http://schemas.microsoft.com/office/drawing/2014/main" id="{3C117742-B284-8A15-2FDF-DA914AF6BEAD}"/>
              </a:ext>
            </a:extLst>
          </p:cNvPr>
          <p:cNvCxnSpPr>
            <a:cxnSpLocks/>
          </p:cNvCxnSpPr>
          <p:nvPr/>
        </p:nvCxnSpPr>
        <p:spPr>
          <a:xfrm>
            <a:off x="6358467" y="1019175"/>
            <a:ext cx="0" cy="4332471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直線矢印コネクタ 40">
            <a:extLst>
              <a:ext uri="{FF2B5EF4-FFF2-40B4-BE49-F238E27FC236}">
                <a16:creationId xmlns:a16="http://schemas.microsoft.com/office/drawing/2014/main" id="{0CA6B907-D43F-A574-A9C6-31BC1CCE91C8}"/>
              </a:ext>
            </a:extLst>
          </p:cNvPr>
          <p:cNvCxnSpPr>
            <a:cxnSpLocks/>
            <a:endCxn id="14" idx="1"/>
          </p:cNvCxnSpPr>
          <p:nvPr/>
        </p:nvCxnSpPr>
        <p:spPr>
          <a:xfrm>
            <a:off x="6096000" y="1019175"/>
            <a:ext cx="981776" cy="0"/>
          </a:xfrm>
          <a:prstGeom prst="straightConnector1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直線矢印コネクタ 41">
            <a:extLst>
              <a:ext uri="{FF2B5EF4-FFF2-40B4-BE49-F238E27FC236}">
                <a16:creationId xmlns:a16="http://schemas.microsoft.com/office/drawing/2014/main" id="{89576B11-2510-6AC7-4AB3-894BFFC12EB4}"/>
              </a:ext>
            </a:extLst>
          </p:cNvPr>
          <p:cNvCxnSpPr>
            <a:cxnSpLocks/>
          </p:cNvCxnSpPr>
          <p:nvPr/>
        </p:nvCxnSpPr>
        <p:spPr>
          <a:xfrm>
            <a:off x="6358467" y="2077954"/>
            <a:ext cx="719309" cy="0"/>
          </a:xfrm>
          <a:prstGeom prst="straightConnector1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直線矢印コネクタ 42">
            <a:extLst>
              <a:ext uri="{FF2B5EF4-FFF2-40B4-BE49-F238E27FC236}">
                <a16:creationId xmlns:a16="http://schemas.microsoft.com/office/drawing/2014/main" id="{2156829C-CDD8-9D65-C8B0-1DEA332FADCA}"/>
              </a:ext>
            </a:extLst>
          </p:cNvPr>
          <p:cNvCxnSpPr>
            <a:cxnSpLocks/>
          </p:cNvCxnSpPr>
          <p:nvPr/>
        </p:nvCxnSpPr>
        <p:spPr>
          <a:xfrm>
            <a:off x="6358467" y="3118585"/>
            <a:ext cx="719309" cy="0"/>
          </a:xfrm>
          <a:prstGeom prst="straightConnector1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直線矢印コネクタ 43">
            <a:extLst>
              <a:ext uri="{FF2B5EF4-FFF2-40B4-BE49-F238E27FC236}">
                <a16:creationId xmlns:a16="http://schemas.microsoft.com/office/drawing/2014/main" id="{A062A82B-E6B5-A873-39F1-D3A8196A84F1}"/>
              </a:ext>
            </a:extLst>
          </p:cNvPr>
          <p:cNvCxnSpPr>
            <a:cxnSpLocks/>
          </p:cNvCxnSpPr>
          <p:nvPr/>
        </p:nvCxnSpPr>
        <p:spPr>
          <a:xfrm>
            <a:off x="6358467" y="4215865"/>
            <a:ext cx="719309" cy="0"/>
          </a:xfrm>
          <a:prstGeom prst="straightConnector1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直線矢印コネクタ 44">
            <a:extLst>
              <a:ext uri="{FF2B5EF4-FFF2-40B4-BE49-F238E27FC236}">
                <a16:creationId xmlns:a16="http://schemas.microsoft.com/office/drawing/2014/main" id="{756641C6-39E9-4FB1-D15C-8CB4D5CF039D}"/>
              </a:ext>
            </a:extLst>
          </p:cNvPr>
          <p:cNvCxnSpPr>
            <a:cxnSpLocks/>
          </p:cNvCxnSpPr>
          <p:nvPr/>
        </p:nvCxnSpPr>
        <p:spPr>
          <a:xfrm>
            <a:off x="6358467" y="5332395"/>
            <a:ext cx="719309" cy="0"/>
          </a:xfrm>
          <a:prstGeom prst="straightConnector1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正方形/長方形 45">
            <a:extLst>
              <a:ext uri="{FF2B5EF4-FFF2-40B4-BE49-F238E27FC236}">
                <a16:creationId xmlns:a16="http://schemas.microsoft.com/office/drawing/2014/main" id="{D6AD6729-A39B-FAC4-59EA-ECCB366865A8}"/>
              </a:ext>
            </a:extLst>
          </p:cNvPr>
          <p:cNvSpPr/>
          <p:nvPr/>
        </p:nvSpPr>
        <p:spPr>
          <a:xfrm>
            <a:off x="9796124" y="1617062"/>
            <a:ext cx="1397000" cy="8699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500" dirty="0">
                <a:solidFill>
                  <a:schemeClr val="tx1"/>
                </a:solidFill>
              </a:rPr>
              <a:t>確認画面</a:t>
            </a:r>
            <a:endParaRPr kumimoji="1" lang="ja-JP" altLang="en-US" sz="1500" dirty="0">
              <a:solidFill>
                <a:schemeClr val="tx1"/>
              </a:solidFill>
            </a:endParaRPr>
          </a:p>
        </p:txBody>
      </p:sp>
      <p:cxnSp>
        <p:nvCxnSpPr>
          <p:cNvPr id="47" name="直線矢印コネクタ 46">
            <a:extLst>
              <a:ext uri="{FF2B5EF4-FFF2-40B4-BE49-F238E27FC236}">
                <a16:creationId xmlns:a16="http://schemas.microsoft.com/office/drawing/2014/main" id="{81FA3212-9037-EB3A-FE8D-AC323C6CB2D9}"/>
              </a:ext>
            </a:extLst>
          </p:cNvPr>
          <p:cNvCxnSpPr>
            <a:cxnSpLocks/>
          </p:cNvCxnSpPr>
          <p:nvPr/>
        </p:nvCxnSpPr>
        <p:spPr>
          <a:xfrm>
            <a:off x="8474776" y="2077954"/>
            <a:ext cx="1321348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直線矢印コネクタ 48">
            <a:extLst>
              <a:ext uri="{FF2B5EF4-FFF2-40B4-BE49-F238E27FC236}">
                <a16:creationId xmlns:a16="http://schemas.microsoft.com/office/drawing/2014/main" id="{987B5235-738F-3DF8-F0C5-BE97058DDCFB}"/>
              </a:ext>
            </a:extLst>
          </p:cNvPr>
          <p:cNvCxnSpPr>
            <a:cxnSpLocks/>
          </p:cNvCxnSpPr>
          <p:nvPr/>
        </p:nvCxnSpPr>
        <p:spPr>
          <a:xfrm>
            <a:off x="1968500" y="874796"/>
            <a:ext cx="454594" cy="0"/>
          </a:xfrm>
          <a:prstGeom prst="straightConnector1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直線矢印コネクタ 50">
            <a:extLst>
              <a:ext uri="{FF2B5EF4-FFF2-40B4-BE49-F238E27FC236}">
                <a16:creationId xmlns:a16="http://schemas.microsoft.com/office/drawing/2014/main" id="{FD473C8E-D2FE-C1FF-5B76-D241F2735DC7}"/>
              </a:ext>
            </a:extLst>
          </p:cNvPr>
          <p:cNvCxnSpPr>
            <a:cxnSpLocks/>
          </p:cNvCxnSpPr>
          <p:nvPr/>
        </p:nvCxnSpPr>
        <p:spPr>
          <a:xfrm flipH="1">
            <a:off x="1968500" y="1236663"/>
            <a:ext cx="454594" cy="0"/>
          </a:xfrm>
          <a:prstGeom prst="straightConnector1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テキスト ボックス 55">
            <a:extLst>
              <a:ext uri="{FF2B5EF4-FFF2-40B4-BE49-F238E27FC236}">
                <a16:creationId xmlns:a16="http://schemas.microsoft.com/office/drawing/2014/main" id="{31E0E678-0360-2511-B308-F78CE99B70B6}"/>
              </a:ext>
            </a:extLst>
          </p:cNvPr>
          <p:cNvSpPr txBox="1"/>
          <p:nvPr/>
        </p:nvSpPr>
        <p:spPr>
          <a:xfrm>
            <a:off x="1771817" y="1458191"/>
            <a:ext cx="9541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ja-JP" altLang="en-US" sz="1200" dirty="0"/>
              <a:t>ログアウト</a:t>
            </a:r>
            <a:endParaRPr lang="en-US" altLang="ja-JP" sz="1200" dirty="0"/>
          </a:p>
          <a:p>
            <a:pPr algn="ctr"/>
            <a:r>
              <a:rPr kumimoji="1" lang="ja-JP" altLang="en-US" sz="1200" dirty="0"/>
              <a:t>（ボタン）</a:t>
            </a:r>
          </a:p>
        </p:txBody>
      </p:sp>
      <p:sp>
        <p:nvSpPr>
          <p:cNvPr id="57" name="テキスト ボックス 56">
            <a:extLst>
              <a:ext uri="{FF2B5EF4-FFF2-40B4-BE49-F238E27FC236}">
                <a16:creationId xmlns:a16="http://schemas.microsoft.com/office/drawing/2014/main" id="{2613A222-C317-5E70-9B29-6379F77D60E3}"/>
              </a:ext>
            </a:extLst>
          </p:cNvPr>
          <p:cNvSpPr txBox="1"/>
          <p:nvPr/>
        </p:nvSpPr>
        <p:spPr>
          <a:xfrm>
            <a:off x="1848761" y="333176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ja-JP" altLang="en-US" sz="1200" dirty="0"/>
              <a:t>ログイン</a:t>
            </a:r>
            <a:endParaRPr kumimoji="1" lang="ja-JP" altLang="en-US" sz="1200" dirty="0"/>
          </a:p>
        </p:txBody>
      </p:sp>
      <p:sp>
        <p:nvSpPr>
          <p:cNvPr id="58" name="テキスト ボックス 57">
            <a:extLst>
              <a:ext uri="{FF2B5EF4-FFF2-40B4-BE49-F238E27FC236}">
                <a16:creationId xmlns:a16="http://schemas.microsoft.com/office/drawing/2014/main" id="{5A10DBCD-7B48-4860-3CBB-27A45C6FC630}"/>
              </a:ext>
            </a:extLst>
          </p:cNvPr>
          <p:cNvSpPr txBox="1"/>
          <p:nvPr/>
        </p:nvSpPr>
        <p:spPr>
          <a:xfrm>
            <a:off x="4846710" y="1057234"/>
            <a:ext cx="12618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1200" b="1" dirty="0"/>
              <a:t>メニューを選択</a:t>
            </a:r>
            <a:endParaRPr kumimoji="1" lang="en-US" altLang="ja-JP" sz="1200" b="1" dirty="0"/>
          </a:p>
          <a:p>
            <a:pPr algn="ctr"/>
            <a:r>
              <a:rPr kumimoji="1" lang="ja-JP" altLang="en-US" sz="1200" b="1" dirty="0"/>
              <a:t>（リンク）</a:t>
            </a:r>
          </a:p>
        </p:txBody>
      </p:sp>
      <p:sp>
        <p:nvSpPr>
          <p:cNvPr id="59" name="テキスト ボックス 58">
            <a:extLst>
              <a:ext uri="{FF2B5EF4-FFF2-40B4-BE49-F238E27FC236}">
                <a16:creationId xmlns:a16="http://schemas.microsoft.com/office/drawing/2014/main" id="{33655173-449E-206C-748B-FB5DE1078B49}"/>
              </a:ext>
            </a:extLst>
          </p:cNvPr>
          <p:cNvSpPr txBox="1"/>
          <p:nvPr/>
        </p:nvSpPr>
        <p:spPr>
          <a:xfrm>
            <a:off x="1341970" y="3559113"/>
            <a:ext cx="12618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1200" b="1" dirty="0"/>
              <a:t>メニューを選択</a:t>
            </a:r>
            <a:endParaRPr kumimoji="1" lang="en-US" altLang="ja-JP" sz="1200" b="1" dirty="0"/>
          </a:p>
          <a:p>
            <a:pPr algn="ctr"/>
            <a:r>
              <a:rPr kumimoji="1" lang="ja-JP" altLang="en-US" sz="1200" b="1" dirty="0"/>
              <a:t>（リンク）</a:t>
            </a:r>
          </a:p>
        </p:txBody>
      </p:sp>
      <p:sp>
        <p:nvSpPr>
          <p:cNvPr id="78" name="矢印: 環状 77">
            <a:extLst>
              <a:ext uri="{FF2B5EF4-FFF2-40B4-BE49-F238E27FC236}">
                <a16:creationId xmlns:a16="http://schemas.microsoft.com/office/drawing/2014/main" id="{E5DCC9AD-123B-F7A1-CE39-C0245A99B7C3}"/>
              </a:ext>
            </a:extLst>
          </p:cNvPr>
          <p:cNvSpPr/>
          <p:nvPr/>
        </p:nvSpPr>
        <p:spPr>
          <a:xfrm rot="5400000">
            <a:off x="8354460" y="1328552"/>
            <a:ext cx="240632" cy="880554"/>
          </a:xfrm>
          <a:prstGeom prst="circular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79" name="テキスト ボックス 78">
            <a:extLst>
              <a:ext uri="{FF2B5EF4-FFF2-40B4-BE49-F238E27FC236}">
                <a16:creationId xmlns:a16="http://schemas.microsoft.com/office/drawing/2014/main" id="{14E6EF17-E50F-1561-1719-0E6D4EBED12E}"/>
              </a:ext>
            </a:extLst>
          </p:cNvPr>
          <p:cNvSpPr txBox="1"/>
          <p:nvPr/>
        </p:nvSpPr>
        <p:spPr>
          <a:xfrm>
            <a:off x="8402205" y="1213491"/>
            <a:ext cx="9541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1200" dirty="0"/>
              <a:t>返却</a:t>
            </a:r>
            <a:endParaRPr kumimoji="1" lang="en-US" altLang="ja-JP" sz="1200" dirty="0"/>
          </a:p>
          <a:p>
            <a:pPr algn="ctr"/>
            <a:r>
              <a:rPr kumimoji="1" lang="ja-JP" altLang="en-US" sz="1200" dirty="0"/>
              <a:t>（ボタン）</a:t>
            </a:r>
          </a:p>
        </p:txBody>
      </p:sp>
      <p:sp>
        <p:nvSpPr>
          <p:cNvPr id="80" name="テキスト ボックス 79">
            <a:extLst>
              <a:ext uri="{FF2B5EF4-FFF2-40B4-BE49-F238E27FC236}">
                <a16:creationId xmlns:a16="http://schemas.microsoft.com/office/drawing/2014/main" id="{70BDA52C-187B-F78D-15BE-8010B9CB6242}"/>
              </a:ext>
            </a:extLst>
          </p:cNvPr>
          <p:cNvSpPr txBox="1"/>
          <p:nvPr/>
        </p:nvSpPr>
        <p:spPr>
          <a:xfrm>
            <a:off x="8877501" y="1648466"/>
            <a:ext cx="9541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ja-JP" altLang="en-US" sz="1200" dirty="0"/>
              <a:t>確認画面へ</a:t>
            </a:r>
            <a:endParaRPr kumimoji="1" lang="en-US" altLang="ja-JP" sz="1200" dirty="0"/>
          </a:p>
          <a:p>
            <a:pPr algn="ctr"/>
            <a:r>
              <a:rPr kumimoji="1" lang="ja-JP" altLang="en-US" sz="1200" dirty="0"/>
              <a:t>（ボタン）</a:t>
            </a:r>
          </a:p>
        </p:txBody>
      </p:sp>
      <p:sp>
        <p:nvSpPr>
          <p:cNvPr id="82" name="矢印: 環状 81">
            <a:extLst>
              <a:ext uri="{FF2B5EF4-FFF2-40B4-BE49-F238E27FC236}">
                <a16:creationId xmlns:a16="http://schemas.microsoft.com/office/drawing/2014/main" id="{307FEFF5-1755-A49A-66B7-79846C90354B}"/>
              </a:ext>
            </a:extLst>
          </p:cNvPr>
          <p:cNvSpPr/>
          <p:nvPr/>
        </p:nvSpPr>
        <p:spPr>
          <a:xfrm rot="5400000">
            <a:off x="8354460" y="582217"/>
            <a:ext cx="240632" cy="880554"/>
          </a:xfrm>
          <a:prstGeom prst="circular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83" name="テキスト ボックス 82">
            <a:extLst>
              <a:ext uri="{FF2B5EF4-FFF2-40B4-BE49-F238E27FC236}">
                <a16:creationId xmlns:a16="http://schemas.microsoft.com/office/drawing/2014/main" id="{AAA8D5DA-F6F8-3C35-2FBD-E739B35B8DD5}"/>
              </a:ext>
            </a:extLst>
          </p:cNvPr>
          <p:cNvSpPr txBox="1"/>
          <p:nvPr/>
        </p:nvSpPr>
        <p:spPr>
          <a:xfrm>
            <a:off x="8739010" y="610175"/>
            <a:ext cx="9541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1200" dirty="0"/>
              <a:t>資料名検索</a:t>
            </a:r>
            <a:endParaRPr kumimoji="1" lang="en-US" altLang="ja-JP" sz="1200" dirty="0"/>
          </a:p>
          <a:p>
            <a:pPr algn="ctr"/>
            <a:r>
              <a:rPr kumimoji="1" lang="ja-JP" altLang="en-US" sz="1200" dirty="0"/>
              <a:t>（ボタン）</a:t>
            </a:r>
          </a:p>
        </p:txBody>
      </p:sp>
      <p:sp>
        <p:nvSpPr>
          <p:cNvPr id="84" name="矢印: 環状 83">
            <a:extLst>
              <a:ext uri="{FF2B5EF4-FFF2-40B4-BE49-F238E27FC236}">
                <a16:creationId xmlns:a16="http://schemas.microsoft.com/office/drawing/2014/main" id="{EA4E64AD-E60E-B6D0-603A-8816F2FEB543}"/>
              </a:ext>
            </a:extLst>
          </p:cNvPr>
          <p:cNvSpPr/>
          <p:nvPr/>
        </p:nvSpPr>
        <p:spPr>
          <a:xfrm rot="5400000">
            <a:off x="8354460" y="3687931"/>
            <a:ext cx="240632" cy="880554"/>
          </a:xfrm>
          <a:prstGeom prst="circular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85" name="テキスト ボックス 84">
            <a:extLst>
              <a:ext uri="{FF2B5EF4-FFF2-40B4-BE49-F238E27FC236}">
                <a16:creationId xmlns:a16="http://schemas.microsoft.com/office/drawing/2014/main" id="{CDF1042E-86C2-9BCB-4E92-AEE64F562CD3}"/>
              </a:ext>
            </a:extLst>
          </p:cNvPr>
          <p:cNvSpPr txBox="1"/>
          <p:nvPr/>
        </p:nvSpPr>
        <p:spPr>
          <a:xfrm>
            <a:off x="8877501" y="3706875"/>
            <a:ext cx="11079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1200" dirty="0"/>
              <a:t>ISBN</a:t>
            </a:r>
            <a:r>
              <a:rPr kumimoji="1" lang="ja-JP" altLang="en-US" sz="1200" dirty="0"/>
              <a:t>入力</a:t>
            </a:r>
            <a:endParaRPr kumimoji="1" lang="en-US" altLang="ja-JP" sz="1200" dirty="0"/>
          </a:p>
          <a:p>
            <a:pPr algn="ctr"/>
            <a:r>
              <a:rPr kumimoji="1" lang="ja-JP" altLang="en-US" sz="1200" dirty="0"/>
              <a:t>資料登録確定</a:t>
            </a:r>
            <a:endParaRPr kumimoji="1" lang="en-US" altLang="ja-JP" sz="1200" dirty="0"/>
          </a:p>
          <a:p>
            <a:pPr algn="ctr"/>
            <a:r>
              <a:rPr kumimoji="1" lang="ja-JP" altLang="en-US" sz="1200" dirty="0"/>
              <a:t>（ボタン）</a:t>
            </a:r>
          </a:p>
        </p:txBody>
      </p:sp>
      <p:sp>
        <p:nvSpPr>
          <p:cNvPr id="86" name="矢印: 環状 85">
            <a:extLst>
              <a:ext uri="{FF2B5EF4-FFF2-40B4-BE49-F238E27FC236}">
                <a16:creationId xmlns:a16="http://schemas.microsoft.com/office/drawing/2014/main" id="{54644032-FFDD-26EB-1651-E77A599B97DB}"/>
              </a:ext>
            </a:extLst>
          </p:cNvPr>
          <p:cNvSpPr/>
          <p:nvPr/>
        </p:nvSpPr>
        <p:spPr>
          <a:xfrm rot="5400000">
            <a:off x="8354460" y="4755625"/>
            <a:ext cx="240632" cy="880554"/>
          </a:xfrm>
          <a:prstGeom prst="circular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87" name="テキスト ボックス 86">
            <a:extLst>
              <a:ext uri="{FF2B5EF4-FFF2-40B4-BE49-F238E27FC236}">
                <a16:creationId xmlns:a16="http://schemas.microsoft.com/office/drawing/2014/main" id="{8741F709-2F92-03BE-7B5B-BFAC5C8C4FF7}"/>
              </a:ext>
            </a:extLst>
          </p:cNvPr>
          <p:cNvSpPr txBox="1"/>
          <p:nvPr/>
        </p:nvSpPr>
        <p:spPr>
          <a:xfrm>
            <a:off x="8761866" y="4766737"/>
            <a:ext cx="111440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1200" dirty="0"/>
              <a:t>・資料</a:t>
            </a:r>
            <a:r>
              <a:rPr kumimoji="1" lang="en-US" altLang="ja-JP" sz="1200" dirty="0"/>
              <a:t>ID</a:t>
            </a:r>
            <a:r>
              <a:rPr kumimoji="1" lang="ja-JP" altLang="en-US" sz="1200" dirty="0"/>
              <a:t>検索</a:t>
            </a:r>
            <a:endParaRPr kumimoji="1" lang="en-US" altLang="ja-JP" sz="1200" dirty="0"/>
          </a:p>
          <a:p>
            <a:pPr algn="ctr"/>
            <a:r>
              <a:rPr lang="ja-JP" altLang="en-US" sz="1200" dirty="0"/>
              <a:t>・削除</a:t>
            </a:r>
            <a:endParaRPr kumimoji="1" lang="en-US" altLang="ja-JP" sz="1200" dirty="0"/>
          </a:p>
          <a:p>
            <a:pPr algn="ctr"/>
            <a:r>
              <a:rPr kumimoji="1" lang="ja-JP" altLang="en-US" sz="1200" dirty="0"/>
              <a:t>（ボタン）</a:t>
            </a:r>
          </a:p>
        </p:txBody>
      </p:sp>
      <p:sp>
        <p:nvSpPr>
          <p:cNvPr id="89" name="テキスト ボックス 88">
            <a:extLst>
              <a:ext uri="{FF2B5EF4-FFF2-40B4-BE49-F238E27FC236}">
                <a16:creationId xmlns:a16="http://schemas.microsoft.com/office/drawing/2014/main" id="{D94C5B85-3FA7-24C6-1E00-414EE0BF425B}"/>
              </a:ext>
            </a:extLst>
          </p:cNvPr>
          <p:cNvSpPr txBox="1"/>
          <p:nvPr/>
        </p:nvSpPr>
        <p:spPr>
          <a:xfrm>
            <a:off x="4095483" y="2317526"/>
            <a:ext cx="9541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ja-JP" altLang="en-US" sz="1200" dirty="0"/>
              <a:t>確認画面へ</a:t>
            </a:r>
            <a:endParaRPr kumimoji="1" lang="en-US" altLang="ja-JP" sz="1200" dirty="0"/>
          </a:p>
          <a:p>
            <a:pPr algn="ctr"/>
            <a:r>
              <a:rPr kumimoji="1" lang="ja-JP" altLang="en-US" sz="1200" dirty="0"/>
              <a:t>（ボタン）</a:t>
            </a:r>
          </a:p>
        </p:txBody>
      </p:sp>
      <p:sp>
        <p:nvSpPr>
          <p:cNvPr id="90" name="矢印: 環状 89">
            <a:extLst>
              <a:ext uri="{FF2B5EF4-FFF2-40B4-BE49-F238E27FC236}">
                <a16:creationId xmlns:a16="http://schemas.microsoft.com/office/drawing/2014/main" id="{FB1ACE10-84F5-6B43-4BD5-02CD6872405A}"/>
              </a:ext>
            </a:extLst>
          </p:cNvPr>
          <p:cNvSpPr/>
          <p:nvPr/>
        </p:nvSpPr>
        <p:spPr>
          <a:xfrm rot="5400000">
            <a:off x="4671659" y="3785472"/>
            <a:ext cx="240632" cy="880554"/>
          </a:xfrm>
          <a:prstGeom prst="circular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91" name="テキスト ボックス 90">
            <a:extLst>
              <a:ext uri="{FF2B5EF4-FFF2-40B4-BE49-F238E27FC236}">
                <a16:creationId xmlns:a16="http://schemas.microsoft.com/office/drawing/2014/main" id="{2A6DBF92-78E0-7023-4506-7C89D884B8C3}"/>
              </a:ext>
            </a:extLst>
          </p:cNvPr>
          <p:cNvSpPr txBox="1"/>
          <p:nvPr/>
        </p:nvSpPr>
        <p:spPr>
          <a:xfrm>
            <a:off x="5070043" y="3786966"/>
            <a:ext cx="111440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1200" dirty="0"/>
              <a:t>・会員</a:t>
            </a:r>
            <a:r>
              <a:rPr kumimoji="1" lang="en-US" altLang="ja-JP" sz="1200" dirty="0"/>
              <a:t>ID</a:t>
            </a:r>
            <a:r>
              <a:rPr kumimoji="1" lang="ja-JP" altLang="en-US" sz="1200" dirty="0"/>
              <a:t>検索</a:t>
            </a:r>
            <a:endParaRPr kumimoji="1" lang="en-US" altLang="ja-JP" sz="1200" dirty="0"/>
          </a:p>
          <a:p>
            <a:pPr algn="ctr"/>
            <a:r>
              <a:rPr lang="ja-JP" altLang="en-US" sz="1200" dirty="0"/>
              <a:t>・変更</a:t>
            </a:r>
            <a:endParaRPr kumimoji="1" lang="en-US" altLang="ja-JP" sz="1200" dirty="0"/>
          </a:p>
          <a:p>
            <a:pPr algn="ctr"/>
            <a:r>
              <a:rPr kumimoji="1" lang="ja-JP" altLang="en-US" sz="1200" dirty="0"/>
              <a:t>（ボタン）</a:t>
            </a:r>
          </a:p>
        </p:txBody>
      </p:sp>
      <p:sp>
        <p:nvSpPr>
          <p:cNvPr id="92" name="矢印: 環状 91">
            <a:extLst>
              <a:ext uri="{FF2B5EF4-FFF2-40B4-BE49-F238E27FC236}">
                <a16:creationId xmlns:a16="http://schemas.microsoft.com/office/drawing/2014/main" id="{1D225CE6-1466-AE56-5FC0-64CC03765D0C}"/>
              </a:ext>
            </a:extLst>
          </p:cNvPr>
          <p:cNvSpPr/>
          <p:nvPr/>
        </p:nvSpPr>
        <p:spPr>
          <a:xfrm rot="5400000">
            <a:off x="4671659" y="4874506"/>
            <a:ext cx="240632" cy="880554"/>
          </a:xfrm>
          <a:prstGeom prst="circular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93" name="テキスト ボックス 92">
            <a:extLst>
              <a:ext uri="{FF2B5EF4-FFF2-40B4-BE49-F238E27FC236}">
                <a16:creationId xmlns:a16="http://schemas.microsoft.com/office/drawing/2014/main" id="{D420EED1-5D78-8CAA-2942-387C3345E7A7}"/>
              </a:ext>
            </a:extLst>
          </p:cNvPr>
          <p:cNvSpPr txBox="1"/>
          <p:nvPr/>
        </p:nvSpPr>
        <p:spPr>
          <a:xfrm>
            <a:off x="5002146" y="4839116"/>
            <a:ext cx="111440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1200" dirty="0"/>
              <a:t>・会員</a:t>
            </a:r>
            <a:r>
              <a:rPr kumimoji="1" lang="en-US" altLang="ja-JP" sz="1200" dirty="0"/>
              <a:t>ID</a:t>
            </a:r>
            <a:r>
              <a:rPr kumimoji="1" lang="ja-JP" altLang="en-US" sz="1200" dirty="0"/>
              <a:t>検索</a:t>
            </a:r>
            <a:endParaRPr kumimoji="1" lang="en-US" altLang="ja-JP" sz="1200" dirty="0"/>
          </a:p>
          <a:p>
            <a:pPr algn="ctr"/>
            <a:r>
              <a:rPr kumimoji="1" lang="ja-JP" altLang="en-US" sz="1200" dirty="0"/>
              <a:t>・返却</a:t>
            </a:r>
            <a:endParaRPr kumimoji="1" lang="en-US" altLang="ja-JP" sz="1200" dirty="0"/>
          </a:p>
          <a:p>
            <a:pPr algn="ctr"/>
            <a:r>
              <a:rPr lang="ja-JP" altLang="en-US" sz="1200" dirty="0"/>
              <a:t>・退会</a:t>
            </a:r>
            <a:endParaRPr kumimoji="1" lang="en-US" altLang="ja-JP" sz="1200" dirty="0"/>
          </a:p>
          <a:p>
            <a:pPr algn="ctr"/>
            <a:r>
              <a:rPr kumimoji="1" lang="ja-JP" altLang="en-US" sz="1200" dirty="0"/>
              <a:t>（ボタン）</a:t>
            </a:r>
          </a:p>
        </p:txBody>
      </p:sp>
      <p:cxnSp>
        <p:nvCxnSpPr>
          <p:cNvPr id="95" name="コネクタ: カギ線 94">
            <a:extLst>
              <a:ext uri="{FF2B5EF4-FFF2-40B4-BE49-F238E27FC236}">
                <a16:creationId xmlns:a16="http://schemas.microsoft.com/office/drawing/2014/main" id="{382DF611-DA07-B758-36F5-DA2A31516F56}"/>
              </a:ext>
            </a:extLst>
          </p:cNvPr>
          <p:cNvCxnSpPr>
            <a:cxnSpLocks/>
            <a:stCxn id="16" idx="3"/>
            <a:endCxn id="5" idx="0"/>
          </p:cNvCxnSpPr>
          <p:nvPr/>
        </p:nvCxnSpPr>
        <p:spPr>
          <a:xfrm flipH="1" flipV="1">
            <a:off x="3121594" y="584200"/>
            <a:ext cx="5353182" cy="2500699"/>
          </a:xfrm>
          <a:prstGeom prst="bentConnector4">
            <a:avLst>
              <a:gd name="adj1" fmla="val -59110"/>
              <a:gd name="adj2" fmla="val 11299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正方形/長方形 98">
            <a:extLst>
              <a:ext uri="{FF2B5EF4-FFF2-40B4-BE49-F238E27FC236}">
                <a16:creationId xmlns:a16="http://schemas.microsoft.com/office/drawing/2014/main" id="{17DC9303-233A-CDE2-6729-86C62EB35E08}"/>
              </a:ext>
            </a:extLst>
          </p:cNvPr>
          <p:cNvSpPr/>
          <p:nvPr/>
        </p:nvSpPr>
        <p:spPr>
          <a:xfrm>
            <a:off x="571500" y="2574074"/>
            <a:ext cx="1397000" cy="8699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500" dirty="0">
                <a:solidFill>
                  <a:schemeClr val="tx1"/>
                </a:solidFill>
              </a:rPr>
              <a:t>エラー画面</a:t>
            </a:r>
            <a:endParaRPr kumimoji="1" lang="en-US" altLang="ja-JP" sz="1500" dirty="0">
              <a:solidFill>
                <a:schemeClr val="tx1"/>
              </a:solidFill>
            </a:endParaRPr>
          </a:p>
        </p:txBody>
      </p:sp>
      <p:cxnSp>
        <p:nvCxnSpPr>
          <p:cNvPr id="101" name="直線矢印コネクタ 100">
            <a:extLst>
              <a:ext uri="{FF2B5EF4-FFF2-40B4-BE49-F238E27FC236}">
                <a16:creationId xmlns:a16="http://schemas.microsoft.com/office/drawing/2014/main" id="{046ABC16-B0A4-55B9-9D98-4C99C7601C4E}"/>
              </a:ext>
            </a:extLst>
          </p:cNvPr>
          <p:cNvCxnSpPr>
            <a:stCxn id="99" idx="0"/>
            <a:endCxn id="5" idx="2"/>
          </p:cNvCxnSpPr>
          <p:nvPr/>
        </p:nvCxnSpPr>
        <p:spPr>
          <a:xfrm flipV="1">
            <a:off x="1270000" y="1454150"/>
            <a:ext cx="1851594" cy="111992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テキスト ボックス 101">
            <a:extLst>
              <a:ext uri="{FF2B5EF4-FFF2-40B4-BE49-F238E27FC236}">
                <a16:creationId xmlns:a16="http://schemas.microsoft.com/office/drawing/2014/main" id="{339EAB31-2FCC-0CA6-709D-7BF60CC75539}"/>
              </a:ext>
            </a:extLst>
          </p:cNvPr>
          <p:cNvSpPr txBox="1"/>
          <p:nvPr/>
        </p:nvSpPr>
        <p:spPr>
          <a:xfrm>
            <a:off x="1649207" y="2185331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ja-JP" altLang="en-US" sz="1200" dirty="0"/>
              <a:t>トップ画面へ</a:t>
            </a:r>
            <a:endParaRPr lang="en-US" altLang="ja-JP" sz="1200" dirty="0"/>
          </a:p>
          <a:p>
            <a:pPr algn="ctr"/>
            <a:r>
              <a:rPr kumimoji="1" lang="ja-JP" altLang="en-US" sz="1200" dirty="0"/>
              <a:t>（リンク）</a:t>
            </a:r>
          </a:p>
        </p:txBody>
      </p:sp>
      <p:cxnSp>
        <p:nvCxnSpPr>
          <p:cNvPr id="104" name="コネクタ: カギ線 103">
            <a:extLst>
              <a:ext uri="{FF2B5EF4-FFF2-40B4-BE49-F238E27FC236}">
                <a16:creationId xmlns:a16="http://schemas.microsoft.com/office/drawing/2014/main" id="{4D986B74-8DA9-9D11-0E5A-F208A7775D61}"/>
              </a:ext>
            </a:extLst>
          </p:cNvPr>
          <p:cNvCxnSpPr>
            <a:stCxn id="46" idx="3"/>
          </p:cNvCxnSpPr>
          <p:nvPr/>
        </p:nvCxnSpPr>
        <p:spPr>
          <a:xfrm flipH="1">
            <a:off x="8474776" y="2052037"/>
            <a:ext cx="2718348" cy="317920"/>
          </a:xfrm>
          <a:prstGeom prst="bentConnector5">
            <a:avLst>
              <a:gd name="adj1" fmla="val -8410"/>
              <a:gd name="adj2" fmla="val 208724"/>
              <a:gd name="adj3" fmla="val 75696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テキスト ボックス 105">
            <a:extLst>
              <a:ext uri="{FF2B5EF4-FFF2-40B4-BE49-F238E27FC236}">
                <a16:creationId xmlns:a16="http://schemas.microsoft.com/office/drawing/2014/main" id="{572B8B82-E384-9B62-BA39-E2E29DC38331}"/>
              </a:ext>
            </a:extLst>
          </p:cNvPr>
          <p:cNvSpPr txBox="1"/>
          <p:nvPr/>
        </p:nvSpPr>
        <p:spPr>
          <a:xfrm>
            <a:off x="9031390" y="2251782"/>
            <a:ext cx="9541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1200" dirty="0"/>
              <a:t>確定</a:t>
            </a:r>
            <a:endParaRPr kumimoji="1" lang="en-US" altLang="ja-JP" sz="1200" dirty="0"/>
          </a:p>
          <a:p>
            <a:pPr algn="ctr"/>
            <a:r>
              <a:rPr kumimoji="1" lang="ja-JP" altLang="en-US" sz="1200" dirty="0"/>
              <a:t>（ボタン）</a:t>
            </a:r>
          </a:p>
        </p:txBody>
      </p:sp>
      <p:cxnSp>
        <p:nvCxnSpPr>
          <p:cNvPr id="3" name="直線矢印コネクタ 2">
            <a:extLst>
              <a:ext uri="{FF2B5EF4-FFF2-40B4-BE49-F238E27FC236}">
                <a16:creationId xmlns:a16="http://schemas.microsoft.com/office/drawing/2014/main" id="{601DB5AB-14FF-F66E-D1CD-3EBCEF28DEBF}"/>
              </a:ext>
            </a:extLst>
          </p:cNvPr>
          <p:cNvCxnSpPr>
            <a:cxnSpLocks/>
            <a:stCxn id="11" idx="0"/>
          </p:cNvCxnSpPr>
          <p:nvPr/>
        </p:nvCxnSpPr>
        <p:spPr>
          <a:xfrm flipV="1">
            <a:off x="4081648" y="2360044"/>
            <a:ext cx="0" cy="33431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39FC9828-0AF9-E3A5-219F-D0FEB0009F45}"/>
              </a:ext>
            </a:extLst>
          </p:cNvPr>
          <p:cNvSpPr/>
          <p:nvPr/>
        </p:nvSpPr>
        <p:spPr>
          <a:xfrm>
            <a:off x="3383148" y="1771794"/>
            <a:ext cx="1397000" cy="5828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500" dirty="0">
                <a:solidFill>
                  <a:schemeClr val="tx1"/>
                </a:solidFill>
              </a:rPr>
              <a:t>確認画面</a:t>
            </a:r>
          </a:p>
        </p:txBody>
      </p:sp>
      <p:cxnSp>
        <p:nvCxnSpPr>
          <p:cNvPr id="21" name="コネクタ: カギ線 20">
            <a:extLst>
              <a:ext uri="{FF2B5EF4-FFF2-40B4-BE49-F238E27FC236}">
                <a16:creationId xmlns:a16="http://schemas.microsoft.com/office/drawing/2014/main" id="{D2C44218-D62D-6711-43C5-49355B8B0433}"/>
              </a:ext>
            </a:extLst>
          </p:cNvPr>
          <p:cNvCxnSpPr>
            <a:cxnSpLocks/>
            <a:stCxn id="8" idx="3"/>
            <a:endCxn id="11" idx="3"/>
          </p:cNvCxnSpPr>
          <p:nvPr/>
        </p:nvCxnSpPr>
        <p:spPr>
          <a:xfrm>
            <a:off x="4780148" y="2063206"/>
            <a:ext cx="12700" cy="1066129"/>
          </a:xfrm>
          <a:prstGeom prst="bentConnector3">
            <a:avLst>
              <a:gd name="adj1" fmla="val 180000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5E3FD777-76B8-3D71-0581-154BCCB7A235}"/>
              </a:ext>
            </a:extLst>
          </p:cNvPr>
          <p:cNvSpPr txBox="1"/>
          <p:nvPr/>
        </p:nvSpPr>
        <p:spPr>
          <a:xfrm>
            <a:off x="5013305" y="2544005"/>
            <a:ext cx="9541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ja-JP" altLang="en-US" sz="1200" dirty="0"/>
              <a:t>登録</a:t>
            </a:r>
            <a:endParaRPr lang="en-US" altLang="ja-JP" sz="1200" dirty="0"/>
          </a:p>
          <a:p>
            <a:pPr algn="ctr"/>
            <a:r>
              <a:rPr kumimoji="1" lang="ja-JP" altLang="en-US" sz="1200" dirty="0"/>
              <a:t>（ボタン）</a:t>
            </a:r>
          </a:p>
        </p:txBody>
      </p:sp>
    </p:spTree>
    <p:extLst>
      <p:ext uri="{BB962C8B-B14F-4D97-AF65-F5344CB8AC3E}">
        <p14:creationId xmlns:p14="http://schemas.microsoft.com/office/powerpoint/2010/main" val="27784835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120</Words>
  <Application>Microsoft Office PowerPoint</Application>
  <PresentationFormat>ワイド画面</PresentationFormat>
  <Paragraphs>50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ナム・ギボム</dc:creator>
  <cp:lastModifiedBy>ナム・ギボム</cp:lastModifiedBy>
  <cp:revision>2</cp:revision>
  <dcterms:created xsi:type="dcterms:W3CDTF">2026-06-12T06:39:23Z</dcterms:created>
  <dcterms:modified xsi:type="dcterms:W3CDTF">2026-06-15T00:44:55Z</dcterms:modified>
</cp:coreProperties>
</file>